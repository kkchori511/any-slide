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381d057d74f65" /><Relationship Type="http://schemas.openxmlformats.org/officeDocument/2006/relationships/extended-properties" Target="/docProps/app.xml" Id="R1d45f3032bcd472d" /><Relationship Type="http://schemas.openxmlformats.org/officeDocument/2006/relationships/officeDocument" Target="/ppt/presentation.xml" Id="R2b2ee6e24ab443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94c6b6d1e04117"/>
  </p:sldMasterIdLst>
  <p:notesMasterIdLst>
    <p:notesMasterId xmlns:r="http://schemas.openxmlformats.org/officeDocument/2006/relationships" r:id="R0986cd244f9c4327"/>
  </p:notesMasterIdLst>
  <p:sldIdLst>
    <p:sldId xmlns:r="http://schemas.openxmlformats.org/officeDocument/2006/relationships" id="256" r:id="Ra5b159bfab444c3c"/>
    <p:sldId xmlns:r="http://schemas.openxmlformats.org/officeDocument/2006/relationships" id="257" r:id="R7f2acf0a3baf427c"/>
    <p:sldId xmlns:r="http://schemas.openxmlformats.org/officeDocument/2006/relationships" id="258" r:id="R2b2eebfe797746d6"/>
    <p:sldId xmlns:r="http://schemas.openxmlformats.org/officeDocument/2006/relationships" id="259" r:id="Rd1e991d6e7db4480"/>
    <p:sldId xmlns:r="http://schemas.openxmlformats.org/officeDocument/2006/relationships" id="260" r:id="R493c66b300c14395"/>
    <p:sldId xmlns:r="http://schemas.openxmlformats.org/officeDocument/2006/relationships" id="261" r:id="R5e7b53eca2bf43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414b09f2647d5" /><Relationship Type="http://schemas.openxmlformats.org/officeDocument/2006/relationships/slideMaster" Target="/ppt/slideMasters/slideMaster1.xml" Id="Re794c6b6d1e04117" /><Relationship Type="http://schemas.openxmlformats.org/officeDocument/2006/relationships/notesMaster" Target="/ppt/notesMasters/notesMaster1.xml" Id="R0986cd244f9c4327" /><Relationship Type="http://schemas.openxmlformats.org/officeDocument/2006/relationships/presProps" Target="/ppt/presProps.xml" Id="R3bcba60ca0b94edd" /><Relationship Type="http://schemas.openxmlformats.org/officeDocument/2006/relationships/tableStyles" Target="/ppt/tableStyles.xml" Id="R2e9908f55cf34961" /><Relationship Type="http://schemas.openxmlformats.org/officeDocument/2006/relationships/slide" Target="/ppt/slides/slide1.xml" Id="Ra5b159bfab444c3c" /><Relationship Type="http://schemas.openxmlformats.org/officeDocument/2006/relationships/slide" Target="/ppt/slides/slide2.xml" Id="R7f2acf0a3baf427c" /><Relationship Type="http://schemas.openxmlformats.org/officeDocument/2006/relationships/slide" Target="/ppt/slides/slide3.xml" Id="R2b2eebfe797746d6" /><Relationship Type="http://schemas.openxmlformats.org/officeDocument/2006/relationships/slide" Target="/ppt/slides/slide4.xml" Id="Rd1e991d6e7db4480" /><Relationship Type="http://schemas.openxmlformats.org/officeDocument/2006/relationships/slide" Target="/ppt/slides/slide5.xml" Id="R493c66b300c14395" /><Relationship Type="http://schemas.openxmlformats.org/officeDocument/2006/relationships/slide" Target="/ppt/slides/slide6.xml" Id="R5e7b53eca2bf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3a5ed39edd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03ca85b3949f0" /><Relationship Type="http://schemas.openxmlformats.org/officeDocument/2006/relationships/notesMaster" Target="/ppt/notesMasters/notesMaster1.xml" Id="R026f6a6645b846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7c8bc2a3014aab" /><Relationship Type="http://schemas.openxmlformats.org/officeDocument/2006/relationships/notesMaster" Target="/ppt/notesMasters/notesMaster1.xml" Id="Rcfce055570ad4b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69390a1df34ed2" /><Relationship Type="http://schemas.openxmlformats.org/officeDocument/2006/relationships/notesMaster" Target="/ppt/notesMasters/notesMaster1.xml" Id="R09804d39649242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178eab687f495a" /><Relationship Type="http://schemas.openxmlformats.org/officeDocument/2006/relationships/notesMaster" Target="/ppt/notesMasters/notesMaster1.xml" Id="R20f95b55427142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9289b19444603" /><Relationship Type="http://schemas.openxmlformats.org/officeDocument/2006/relationships/notesMaster" Target="/ppt/notesMasters/notesMaster1.xml" Id="R3ef9ce51aaa4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9d458b9c94d6c" /><Relationship Type="http://schemas.openxmlformats.org/officeDocument/2006/relationships/notesMaster" Target="/ppt/notesMasters/notesMaster1.xml" Id="Re15cd055be36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7d08c313a47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427583e8343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1694f60fb4a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d898382254f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3adf8fc8147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fd84d38ad41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94C3AC-DEFB-40D7-B431-0FF4F24FA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99EBD2-3386-42B0-A888-57B6F784BC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A2D659-8A80-4820-8CA1-8174123E8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7B57D0-2EB6-4DD2-9EC8-F8E11E954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141FDA-ADAA-405A-82C8-AE9D2A74DF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B3BE64-9F7B-4601-9286-5EABD6E2C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1DED6C-11B2-4184-B846-7424FDA2B2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581C0-AFE8-4CD2-AA2F-3DF5E9095F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A207C3-38C0-4BBF-9532-DDD145B03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9D7FD6-68DA-4D12-BB9F-D0ECA0587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a3f07da9c4b58" /><Relationship Type="http://schemas.openxmlformats.org/officeDocument/2006/relationships/slideLayout" Target="/ppt/slideLayouts/slideLayout1.xml" Id="Rd0cc331dbd434500" /><Relationship Type="http://schemas.openxmlformats.org/officeDocument/2006/relationships/slideLayout" Target="/ppt/slideLayouts/slideLayout2.xml" Id="Rb48bedcb12e8442a" /><Relationship Type="http://schemas.openxmlformats.org/officeDocument/2006/relationships/slideLayout" Target="/ppt/slideLayouts/slideLayout3.xml" Id="Re44595298d354871" /><Relationship Type="http://schemas.openxmlformats.org/officeDocument/2006/relationships/slideLayout" Target="/ppt/slideLayouts/slideLayout4.xml" Id="Re5d7314cce7442bc" /><Relationship Type="http://schemas.openxmlformats.org/officeDocument/2006/relationships/slideLayout" Target="/ppt/slideLayouts/slideLayout5.xml" Id="Rc94ec890e539443c" /><Relationship Type="http://schemas.openxmlformats.org/officeDocument/2006/relationships/slideLayout" Target="/ppt/slideLayouts/slideLayout6.xml" Id="R3c985a59003748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cc331dbd434500"/>
    <p:sldLayoutId xmlns:r="http://schemas.openxmlformats.org/officeDocument/2006/relationships" id="2147483650" r:id="Rb48bedcb12e8442a"/>
    <p:sldLayoutId xmlns:r="http://schemas.openxmlformats.org/officeDocument/2006/relationships" id="2147483651" r:id="Re44595298d354871"/>
    <p:sldLayoutId xmlns:r="http://schemas.openxmlformats.org/officeDocument/2006/relationships" id="2147483652" r:id="Re5d7314cce7442bc"/>
    <p:sldLayoutId xmlns:r="http://schemas.openxmlformats.org/officeDocument/2006/relationships" id="2147483653" r:id="Rc94ec890e539443c"/>
    <p:sldLayoutId xmlns:r="http://schemas.openxmlformats.org/officeDocument/2006/relationships" id="2147483654" r:id="R3c985a590037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391d622314df3" /><Relationship Type="http://schemas.openxmlformats.org/officeDocument/2006/relationships/image" Target="/ppt/media/image.png" Id="Rbc16577ad2384ea6" /><Relationship Type="http://schemas.openxmlformats.org/officeDocument/2006/relationships/image" Target="/ppt/media/image2.png" Id="R8001f77348b844d4" /><Relationship Type="http://schemas.openxmlformats.org/officeDocument/2006/relationships/notesSlide" Target="/ppt/notesSlides/notesSlide1.xml" Id="Ra81125f0f291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6f6c75a434e69" /><Relationship Type="http://schemas.openxmlformats.org/officeDocument/2006/relationships/image" Target="/ppt/media/image3.png" Id="R97093721835448c4" /><Relationship Type="http://schemas.openxmlformats.org/officeDocument/2006/relationships/image" Target="/ppt/media/image4.png" Id="R7b9a8be09c57473c" /><Relationship Type="http://schemas.openxmlformats.org/officeDocument/2006/relationships/notesSlide" Target="/ppt/notesSlides/notesSlide2.xml" Id="Rea2caeb8e2d547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862c5c4cd4b65" /><Relationship Type="http://schemas.openxmlformats.org/officeDocument/2006/relationships/image" Target="/ppt/media/image5.png" Id="R55688e4391e045aa" /><Relationship Type="http://schemas.openxmlformats.org/officeDocument/2006/relationships/image" Target="/ppt/media/image6.png" Id="R6c2ed978a50b443a" /><Relationship Type="http://schemas.openxmlformats.org/officeDocument/2006/relationships/notesSlide" Target="/ppt/notesSlides/notesSlide3.xml" Id="R00a548359e0a41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9ff72e8574589" /><Relationship Type="http://schemas.openxmlformats.org/officeDocument/2006/relationships/image" Target="/ppt/media/image7.png" Id="R8e9f9fea67714b04" /><Relationship Type="http://schemas.openxmlformats.org/officeDocument/2006/relationships/image" Target="/ppt/media/image2.png" Id="R928a2e96e5684cf4" /><Relationship Type="http://schemas.openxmlformats.org/officeDocument/2006/relationships/notesSlide" Target="/ppt/notesSlides/notesSlide4.xml" Id="Rcf04fc6bf79745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6b62ecfa1427b" /><Relationship Type="http://schemas.openxmlformats.org/officeDocument/2006/relationships/image" Target="/ppt/media/image8.png" Id="R678fd95b7268424a" /><Relationship Type="http://schemas.openxmlformats.org/officeDocument/2006/relationships/image" Target="/ppt/media/image9.png" Id="R1ae75ef01b774ea2" /><Relationship Type="http://schemas.openxmlformats.org/officeDocument/2006/relationships/notesSlide" Target="/ppt/notesSlides/notesSlide5.xml" Id="R5204823a90f643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0fd8967e24e5b" /><Relationship Type="http://schemas.openxmlformats.org/officeDocument/2006/relationships/image" Target="/ppt/media/image10.png" Id="R990c197765a94f14" /><Relationship Type="http://schemas.openxmlformats.org/officeDocument/2006/relationships/image" Target="/ppt/media/image11.png" Id="Rdd62e5b48a1d4fe3" /><Relationship Type="http://schemas.openxmlformats.org/officeDocument/2006/relationships/notesSlide" Target="/ppt/notesSlides/notesSlide6.xml" Id="Rf575e032e208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224D5-6BF6-4A1D-B0C5-6096C72AD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6577ad2384e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774EF-AA04-4293-BA43-C467358C3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1f77348b844d4"/>
          <a:stretch xmlns:a="http://schemas.openxmlformats.org/drawingml/2006/main"/>
        </p:blipFill>
        <p:spPr>
          <a:xfrm xmlns:a="http://schemas.openxmlformats.org/drawingml/2006/main">
            <a:off x="6191250" y="1047750"/>
            <a:ext cx="5429250" cy="5429250"/>
          </a:xfrm>
          <a:prstGeom xmlns:a="http://schemas.openxmlformats.org/drawingml/2006/main" prst="rect">
            <a:avLst/>
          </a:prstGeom>
        </p:spPr>
      </p:pic>
      <p:sp>
        <p:nvSpPr>
          <p:cNvPr id="4" name="발표 제목">
            <a:extLst xmlns:a="http://schemas.openxmlformats.org/drawingml/2006/main">
              <a:ext uri="{FF2B5EF4-FFF2-40B4-BE49-F238E27FC236}">
                <a16:creationId xmlns:a16="http://schemas.microsoft.com/office/drawing/2014/main" id="{1BC5C374-8996-4195-9304-D67FE9E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81125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3B3835"/>
                </a:solidFill>
              </a:defRPr>
            </a:defPPr>
            <a:lvl1pPr>
              <a:defRPr sz="5100" b="1">
                <a:solidFill>
                  <a:srgbClr val="3B3835"/>
                </a:solidFill>
              </a:defRPr>
            </a:lvl1pPr>
            <a:lvl2pPr>
              <a:defRPr sz="5100" b="1">
                <a:solidFill>
                  <a:srgbClr val="3B3835"/>
                </a:solidFill>
              </a:defRPr>
            </a:lvl2pPr>
            <a:lvl3pPr>
              <a:defRPr sz="5100" b="1">
                <a:solidFill>
                  <a:srgbClr val="3B3835"/>
                </a:solidFill>
              </a:defRPr>
            </a:lvl3pPr>
            <a:lvl4pPr>
              <a:defRPr sz="5100" b="1">
                <a:solidFill>
                  <a:srgbClr val="3B3835"/>
                </a:solidFill>
              </a:defRPr>
            </a:lvl4pPr>
            <a:lvl5pPr>
              <a:defRPr sz="5100" b="1">
                <a:solidFill>
                  <a:srgbClr val="3B3835"/>
                </a:solidFill>
              </a:defRPr>
            </a:lvl5pPr>
            <a:lvl6pPr>
              <a:defRPr sz="5100" b="1">
                <a:solidFill>
                  <a:srgbClr val="3B3835"/>
                </a:solidFill>
              </a:defRPr>
            </a:lvl6pPr>
            <a:lvl7pPr>
              <a:defRPr sz="5100" b="1">
                <a:solidFill>
                  <a:srgbClr val="3B3835"/>
                </a:solidFill>
              </a:defRPr>
            </a:lvl7pPr>
            <a:lvl8pPr>
              <a:defRPr sz="5100" b="1">
                <a:solidFill>
                  <a:srgbClr val="3B3835"/>
                </a:solidFill>
              </a:defRPr>
            </a:lvl8pPr>
            <a:lvl9pPr>
              <a:defRPr sz="5100" b="1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3B3835"/>
                </a:solidFill>
              </a:defRPr>
            </a:pPr>
            <a:r>
              <a:rPr sz="5100" b="1">
                <a:solidFill>
                  <a:srgbClr val="3B3835"/>
                </a:solidFill>
              </a:rPr>
              <a:t>발표 제목을</a:t>
            </a:r>
          </a:p>
          <a:p xmlns:a="http://schemas.openxmlformats.org/drawingml/2006/main">
            <a:pPr>
              <a:defRPr sz="5100" b="1">
                <a:solidFill>
                  <a:srgbClr val="3B3835"/>
                </a:solidFill>
              </a:defRPr>
            </a:pPr>
            <a:r>
              <a:rPr sz="5100" b="1">
                <a:solidFill>
                  <a:srgbClr val="3B3835"/>
                </a:solidFill>
              </a:rPr>
              <a:t>입력하세요</a:t>
            </a:r>
          </a:p>
        </p:txBody>
      </p:sp>
      <p:sp>
        <p:nvSpPr>
          <p:cNvPr id="5" name="부제">
            <a:extLst xmlns:a="http://schemas.openxmlformats.org/drawingml/2006/main">
              <a:ext uri="{FF2B5EF4-FFF2-40B4-BE49-F238E27FC236}">
                <a16:creationId xmlns:a16="http://schemas.microsoft.com/office/drawing/2014/main" id="{F74987FF-A07A-4205-B8B9-CD64163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16C66"/>
                </a:solidFill>
              </a:defRPr>
            </a:defPPr>
            <a:lvl1pPr>
              <a:defRPr sz="1725">
                <a:solidFill>
                  <a:srgbClr val="716C66"/>
                </a:solidFill>
              </a:defRPr>
            </a:lvl1pPr>
            <a:lvl2pPr>
              <a:defRPr sz="1725">
                <a:solidFill>
                  <a:srgbClr val="716C66"/>
                </a:solidFill>
              </a:defRPr>
            </a:lvl2pPr>
            <a:lvl3pPr>
              <a:defRPr sz="1725">
                <a:solidFill>
                  <a:srgbClr val="716C66"/>
                </a:solidFill>
              </a:defRPr>
            </a:lvl3pPr>
            <a:lvl4pPr>
              <a:defRPr sz="1725">
                <a:solidFill>
                  <a:srgbClr val="716C66"/>
                </a:solidFill>
              </a:defRPr>
            </a:lvl4pPr>
            <a:lvl5pPr>
              <a:defRPr sz="1725">
                <a:solidFill>
                  <a:srgbClr val="716C66"/>
                </a:solidFill>
              </a:defRPr>
            </a:lvl5pPr>
            <a:lvl6pPr>
              <a:defRPr sz="1725">
                <a:solidFill>
                  <a:srgbClr val="716C66"/>
                </a:solidFill>
              </a:defRPr>
            </a:lvl6pPr>
            <a:lvl7pPr>
              <a:defRPr sz="1725">
                <a:solidFill>
                  <a:srgbClr val="716C66"/>
                </a:solidFill>
              </a:defRPr>
            </a:lvl7pPr>
            <a:lvl8pPr>
              <a:defRPr sz="1725">
                <a:solidFill>
                  <a:srgbClr val="716C66"/>
                </a:solidFill>
              </a:defRPr>
            </a:lvl8pPr>
            <a:lvl9pPr>
              <a:defRPr sz="1725">
                <a:solidFill>
                  <a:srgbClr val="716C66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16C66"/>
                </a:solidFill>
              </a:defRPr>
            </a:pPr>
            <a:r>
              <a:rPr sz="1725">
                <a:solidFill>
                  <a:srgbClr val="716C66"/>
                </a:solidFill>
              </a:rPr>
              <a:t>발표의 주제를 한 문장으로 적어주세요</a:t>
            </a:r>
          </a:p>
        </p:txBody>
      </p:sp>
      <p:sp>
        <p:nvSpPr>
          <p:cNvPr id="6" name="발표자">
            <a:extLst xmlns:a="http://schemas.openxmlformats.org/drawingml/2006/main">
              <a:ext uri="{FF2B5EF4-FFF2-40B4-BE49-F238E27FC236}">
                <a16:creationId xmlns:a16="http://schemas.microsoft.com/office/drawing/2014/main" id="{F0779EF4-4C42-4E46-906A-A98310B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716C66"/>
                </a:solidFill>
              </a:defRPr>
            </a:defPPr>
            <a:lvl1pPr>
              <a:defRPr sz="1425">
                <a:solidFill>
                  <a:srgbClr val="716C66"/>
                </a:solidFill>
              </a:defRPr>
            </a:lvl1pPr>
            <a:lvl2pPr>
              <a:defRPr sz="1425">
                <a:solidFill>
                  <a:srgbClr val="716C66"/>
                </a:solidFill>
              </a:defRPr>
            </a:lvl2pPr>
            <a:lvl3pPr>
              <a:defRPr sz="1425">
                <a:solidFill>
                  <a:srgbClr val="716C66"/>
                </a:solidFill>
              </a:defRPr>
            </a:lvl3pPr>
            <a:lvl4pPr>
              <a:defRPr sz="1425">
                <a:solidFill>
                  <a:srgbClr val="716C66"/>
                </a:solidFill>
              </a:defRPr>
            </a:lvl4pPr>
            <a:lvl5pPr>
              <a:defRPr sz="1425">
                <a:solidFill>
                  <a:srgbClr val="716C66"/>
                </a:solidFill>
              </a:defRPr>
            </a:lvl5pPr>
            <a:lvl6pPr>
              <a:defRPr sz="1425">
                <a:solidFill>
                  <a:srgbClr val="716C66"/>
                </a:solidFill>
              </a:defRPr>
            </a:lvl6pPr>
            <a:lvl7pPr>
              <a:defRPr sz="1425">
                <a:solidFill>
                  <a:srgbClr val="716C66"/>
                </a:solidFill>
              </a:defRPr>
            </a:lvl7pPr>
            <a:lvl8pPr>
              <a:defRPr sz="1425">
                <a:solidFill>
                  <a:srgbClr val="716C66"/>
                </a:solidFill>
              </a:defRPr>
            </a:lvl8pPr>
            <a:lvl9pPr>
              <a:defRPr sz="1425">
                <a:solidFill>
                  <a:srgbClr val="716C66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716C66"/>
                </a:solidFill>
              </a:defRPr>
            </a:pPr>
            <a:r>
              <a:rPr sz="1425">
                <a:solidFill>
                  <a:srgbClr val="716C66"/>
                </a:solidFill>
              </a:rPr>
              <a:t>발표자 이름</a:t>
            </a:r>
          </a:p>
        </p:txBody>
      </p:sp>
    </p:spTree>
    <p:extLst>
      <p:ext uri="{BB962C8B-B14F-4D97-AF65-F5344CB8AC3E}">
        <p14:creationId xmlns:p14="http://schemas.microsoft.com/office/powerpoint/2010/main" val="1403358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667CB-721B-4530-829E-C9D8991C6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93721835448c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본문 제목">
            <a:extLst xmlns:a="http://schemas.openxmlformats.org/drawingml/2006/main">
              <a:ext uri="{FF2B5EF4-FFF2-40B4-BE49-F238E27FC236}">
                <a16:creationId xmlns:a16="http://schemas.microsoft.com/office/drawing/2014/main" id="{D310E7CF-7A99-402A-81F9-A4D6AF0D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B3835"/>
                </a:solidFill>
              </a:defRPr>
            </a:defPPr>
            <a:lvl1pPr>
              <a:defRPr sz="3300" b="1">
                <a:solidFill>
                  <a:srgbClr val="3B3835"/>
                </a:solidFill>
              </a:defRPr>
            </a:lvl1pPr>
            <a:lvl2pPr>
              <a:defRPr sz="3300" b="1">
                <a:solidFill>
                  <a:srgbClr val="3B3835"/>
                </a:solidFill>
              </a:defRPr>
            </a:lvl2pPr>
            <a:lvl3pPr>
              <a:defRPr sz="3300" b="1">
                <a:solidFill>
                  <a:srgbClr val="3B3835"/>
                </a:solidFill>
              </a:defRPr>
            </a:lvl3pPr>
            <a:lvl4pPr>
              <a:defRPr sz="3300" b="1">
                <a:solidFill>
                  <a:srgbClr val="3B3835"/>
                </a:solidFill>
              </a:defRPr>
            </a:lvl4pPr>
            <a:lvl5pPr>
              <a:defRPr sz="3300" b="1">
                <a:solidFill>
                  <a:srgbClr val="3B3835"/>
                </a:solidFill>
              </a:defRPr>
            </a:lvl5pPr>
            <a:lvl6pPr>
              <a:defRPr sz="3300" b="1">
                <a:solidFill>
                  <a:srgbClr val="3B3835"/>
                </a:solidFill>
              </a:defRPr>
            </a:lvl6pPr>
            <a:lvl7pPr>
              <a:defRPr sz="3300" b="1">
                <a:solidFill>
                  <a:srgbClr val="3B3835"/>
                </a:solidFill>
              </a:defRPr>
            </a:lvl7pPr>
            <a:lvl8pPr>
              <a:defRPr sz="3300" b="1">
                <a:solidFill>
                  <a:srgbClr val="3B3835"/>
                </a:solidFill>
              </a:defRPr>
            </a:lvl8pPr>
            <a:lvl9pPr>
              <a:defRPr sz="3300" b="1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B3835"/>
                </a:solidFill>
              </a:defRPr>
            </a:pPr>
            <a:r>
              <a:rPr sz="3300" b="1">
                <a:solidFill>
                  <a:srgbClr val="3B3835"/>
                </a:solidFill>
              </a:rPr>
              <a:t>슬라이드 제목</a:t>
            </a:r>
          </a:p>
        </p:txBody>
      </p:sp>
      <p:sp>
        <p:nvSpPr>
          <p:cNvPr id="4" name="본문">
            <a:extLst xmlns:a="http://schemas.openxmlformats.org/drawingml/2006/main">
              <a:ext uri="{FF2B5EF4-FFF2-40B4-BE49-F238E27FC236}">
                <a16:creationId xmlns:a16="http://schemas.microsoft.com/office/drawing/2014/main" id="{6951D600-FFED-4DB2-974A-C2088CA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B3835"/>
                </a:solidFill>
              </a:defRPr>
            </a:defPPr>
            <a:lvl1pPr>
              <a:defRPr sz="2400" b="0">
                <a:solidFill>
                  <a:srgbClr val="3B3835"/>
                </a:solidFill>
              </a:defRPr>
            </a:lvl1pPr>
            <a:lvl2pPr>
              <a:defRPr sz="2400" b="0">
                <a:solidFill>
                  <a:srgbClr val="3B3835"/>
                </a:solidFill>
              </a:defRPr>
            </a:lvl2pPr>
            <a:lvl3pPr>
              <a:defRPr sz="2400" b="0">
                <a:solidFill>
                  <a:srgbClr val="3B3835"/>
                </a:solidFill>
              </a:defRPr>
            </a:lvl3pPr>
            <a:lvl4pPr>
              <a:defRPr sz="2400" b="0">
                <a:solidFill>
                  <a:srgbClr val="3B3835"/>
                </a:solidFill>
              </a:defRPr>
            </a:lvl4pPr>
            <a:lvl5pPr>
              <a:defRPr sz="2400" b="0">
                <a:solidFill>
                  <a:srgbClr val="3B3835"/>
                </a:solidFill>
              </a:defRPr>
            </a:lvl5pPr>
            <a:lvl6pPr>
              <a:defRPr sz="2400" b="0">
                <a:solidFill>
                  <a:srgbClr val="3B3835"/>
                </a:solidFill>
              </a:defRPr>
            </a:lvl6pPr>
            <a:lvl7pPr>
              <a:defRPr sz="2400" b="0">
                <a:solidFill>
                  <a:srgbClr val="3B3835"/>
                </a:solidFill>
              </a:defRPr>
            </a:lvl7pPr>
            <a:lvl8pPr>
              <a:defRPr sz="2400" b="0">
                <a:solidFill>
                  <a:srgbClr val="3B3835"/>
                </a:solidFill>
              </a:defRPr>
            </a:lvl8pPr>
            <a:lvl9pPr>
              <a:defRPr sz="2400" b="0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B3835"/>
                </a:solidFill>
              </a:defRPr>
            </a:pPr>
            <a:r>
              <a:rPr sz="2400" b="0">
                <a:solidFill>
                  <a:srgbClr val="3B3835"/>
                </a:solidFill>
              </a:rPr>
              <a:t>본문 내용을 입력하세요</a:t>
            </a:r>
          </a:p>
        </p:txBody>
      </p:sp>
      <p:sp>
        <p:nvSpPr>
          <p:cNvPr id="5" name="본문 설명">
            <a:extLst xmlns:a="http://schemas.openxmlformats.org/drawingml/2006/main">
              <a:ext uri="{FF2B5EF4-FFF2-40B4-BE49-F238E27FC236}">
                <a16:creationId xmlns:a16="http://schemas.microsoft.com/office/drawing/2014/main" id="{225BD9CB-E40E-4286-B00B-D0C7CFF4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16C66"/>
                </a:solidFill>
              </a:defRPr>
            </a:defPPr>
            <a:lvl1pPr>
              <a:defRPr sz="1950" b="0">
                <a:solidFill>
                  <a:srgbClr val="716C66"/>
                </a:solidFill>
              </a:defRPr>
            </a:lvl1pPr>
            <a:lvl2pPr>
              <a:defRPr sz="1950" b="0">
                <a:solidFill>
                  <a:srgbClr val="716C66"/>
                </a:solidFill>
              </a:defRPr>
            </a:lvl2pPr>
            <a:lvl3pPr>
              <a:defRPr sz="1950" b="0">
                <a:solidFill>
                  <a:srgbClr val="716C66"/>
                </a:solidFill>
              </a:defRPr>
            </a:lvl3pPr>
            <a:lvl4pPr>
              <a:defRPr sz="1950" b="0">
                <a:solidFill>
                  <a:srgbClr val="716C66"/>
                </a:solidFill>
              </a:defRPr>
            </a:lvl4pPr>
            <a:lvl5pPr>
              <a:defRPr sz="1950" b="0">
                <a:solidFill>
                  <a:srgbClr val="716C66"/>
                </a:solidFill>
              </a:defRPr>
            </a:lvl5pPr>
            <a:lvl6pPr>
              <a:defRPr sz="1950" b="0">
                <a:solidFill>
                  <a:srgbClr val="716C66"/>
                </a:solidFill>
              </a:defRPr>
            </a:lvl6pPr>
            <a:lvl7pPr>
              <a:defRPr sz="1950" b="0">
                <a:solidFill>
                  <a:srgbClr val="716C66"/>
                </a:solidFill>
              </a:defRPr>
            </a:lvl7pPr>
            <a:lvl8pPr>
              <a:defRPr sz="1950" b="0">
                <a:solidFill>
                  <a:srgbClr val="716C66"/>
                </a:solidFill>
              </a:defRPr>
            </a:lvl8pPr>
            <a:lvl9pPr>
              <a:defRPr sz="1950" b="0">
                <a:solidFill>
                  <a:srgbClr val="716C6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16C66"/>
                </a:solidFill>
              </a:defRPr>
            </a:pPr>
            <a:r>
              <a:rPr sz="1950" b="0">
                <a:solidFill>
                  <a:srgbClr val="716C66"/>
                </a:solidFill>
              </a:rPr>
              <a:t>필요한 설명이나 자료를 자유롭게 배치하세요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B9A38-4940-4580-9D6B-0A8D00B40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a8be09c57473c"/>
          <a:stretch xmlns:a="http://schemas.openxmlformats.org/drawingml/2006/main"/>
        </p:blipFill>
        <p:spPr>
          <a:xfrm xmlns:a="http://schemas.openxmlformats.org/drawingml/2006/main">
            <a:off x="10668000" y="5562600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03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4AFE8-98EF-493B-A0D1-54CF4B95E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88e4391e045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말풍선 제목">
            <a:extLst xmlns:a="http://schemas.openxmlformats.org/drawingml/2006/main">
              <a:ext uri="{FF2B5EF4-FFF2-40B4-BE49-F238E27FC236}">
                <a16:creationId xmlns:a16="http://schemas.microsoft.com/office/drawing/2014/main" id="{69E52AD9-633E-4BB2-9648-B3099585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B3835"/>
                </a:solidFill>
              </a:defRPr>
            </a:defPPr>
            <a:lvl1pPr>
              <a:defRPr sz="3300" b="1">
                <a:solidFill>
                  <a:srgbClr val="3B3835"/>
                </a:solidFill>
              </a:defRPr>
            </a:lvl1pPr>
            <a:lvl2pPr>
              <a:defRPr sz="3300" b="1">
                <a:solidFill>
                  <a:srgbClr val="3B3835"/>
                </a:solidFill>
              </a:defRPr>
            </a:lvl2pPr>
            <a:lvl3pPr>
              <a:defRPr sz="3300" b="1">
                <a:solidFill>
                  <a:srgbClr val="3B3835"/>
                </a:solidFill>
              </a:defRPr>
            </a:lvl3pPr>
            <a:lvl4pPr>
              <a:defRPr sz="3300" b="1">
                <a:solidFill>
                  <a:srgbClr val="3B3835"/>
                </a:solidFill>
              </a:defRPr>
            </a:lvl4pPr>
            <a:lvl5pPr>
              <a:defRPr sz="3300" b="1">
                <a:solidFill>
                  <a:srgbClr val="3B3835"/>
                </a:solidFill>
              </a:defRPr>
            </a:lvl5pPr>
            <a:lvl6pPr>
              <a:defRPr sz="3300" b="1">
                <a:solidFill>
                  <a:srgbClr val="3B3835"/>
                </a:solidFill>
              </a:defRPr>
            </a:lvl6pPr>
            <a:lvl7pPr>
              <a:defRPr sz="3300" b="1">
                <a:solidFill>
                  <a:srgbClr val="3B3835"/>
                </a:solidFill>
              </a:defRPr>
            </a:lvl7pPr>
            <a:lvl8pPr>
              <a:defRPr sz="3300" b="1">
                <a:solidFill>
                  <a:srgbClr val="3B3835"/>
                </a:solidFill>
              </a:defRPr>
            </a:lvl8pPr>
            <a:lvl9pPr>
              <a:defRPr sz="3300" b="1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B3835"/>
                </a:solidFill>
              </a:defRPr>
            </a:pPr>
            <a:r>
              <a:rPr sz="3300" b="1">
                <a:solidFill>
                  <a:srgbClr val="3B3835"/>
                </a:solidFill>
              </a:rPr>
              <a:t>캐릭터와 함께하는 이야기</a:t>
            </a:r>
          </a:p>
        </p:txBody>
      </p:sp>
      <p:sp>
        <p:nvSpPr>
          <p:cNvPr id="4" name="편집 가능한 말풍선">
            <a:extLst xmlns:a="http://schemas.openxmlformats.org/drawingml/2006/main">
              <a:ext uri="{FF2B5EF4-FFF2-40B4-BE49-F238E27FC236}">
                <a16:creationId xmlns:a16="http://schemas.microsoft.com/office/drawing/2014/main" id="{A83431F9-2008-4EBC-9BC9-F7177E9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6286500" cy="2381250"/>
          </a:xfrm>
          <a:prstGeom xmlns:a="http://schemas.openxmlformats.org/drawingml/2006/main" prst="wedgeRoundRectCallout">
            <a:avLst>
              <a:gd name="adj1" fmla="val 65000"/>
              <a:gd name="adj2" fmla="val 35000"/>
              <a:gd name="adj3" fmla="val 10000"/>
            </a:avLst>
          </a:prstGeom>
          <a:solidFill xmlns:a="http://schemas.openxmlformats.org/drawingml/2006/main">
            <a:srgbClr val="FFFCF6">
              <a:alpha val="90000"/>
            </a:srgbClr>
          </a:solidFill>
          <a:ln xmlns:a="http://schemas.openxmlformats.org/drawingml/2006/main" w="14288">
            <a:solidFill>
              <a:srgbClr val="A59D91"/>
            </a:solidFill>
          </a:ln>
        </p:spPr>
      </p:sp>
      <p:sp>
        <p:nvSpPr>
          <p:cNvPr id="5" name="말풍선 내용">
            <a:extLst xmlns:a="http://schemas.openxmlformats.org/drawingml/2006/main">
              <a:ext uri="{FF2B5EF4-FFF2-40B4-BE49-F238E27FC236}">
                <a16:creationId xmlns:a16="http://schemas.microsoft.com/office/drawing/2014/main" id="{CC287461-5DBE-4904-B066-B82B97C7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05075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3B3835"/>
                </a:solidFill>
              </a:defRPr>
            </a:defPPr>
            <a:lvl1pPr>
              <a:defRPr sz="2850" b="1">
                <a:solidFill>
                  <a:srgbClr val="3B3835"/>
                </a:solidFill>
              </a:defRPr>
            </a:lvl1pPr>
            <a:lvl2pPr>
              <a:defRPr sz="2850" b="1">
                <a:solidFill>
                  <a:srgbClr val="3B3835"/>
                </a:solidFill>
              </a:defRPr>
            </a:lvl2pPr>
            <a:lvl3pPr>
              <a:defRPr sz="2850" b="1">
                <a:solidFill>
                  <a:srgbClr val="3B3835"/>
                </a:solidFill>
              </a:defRPr>
            </a:lvl3pPr>
            <a:lvl4pPr>
              <a:defRPr sz="2850" b="1">
                <a:solidFill>
                  <a:srgbClr val="3B3835"/>
                </a:solidFill>
              </a:defRPr>
            </a:lvl4pPr>
            <a:lvl5pPr>
              <a:defRPr sz="2850" b="1">
                <a:solidFill>
                  <a:srgbClr val="3B3835"/>
                </a:solidFill>
              </a:defRPr>
            </a:lvl5pPr>
            <a:lvl6pPr>
              <a:defRPr sz="2850" b="1">
                <a:solidFill>
                  <a:srgbClr val="3B3835"/>
                </a:solidFill>
              </a:defRPr>
            </a:lvl6pPr>
            <a:lvl7pPr>
              <a:defRPr sz="2850" b="1">
                <a:solidFill>
                  <a:srgbClr val="3B3835"/>
                </a:solidFill>
              </a:defRPr>
            </a:lvl7pPr>
            <a:lvl8pPr>
              <a:defRPr sz="2850" b="1">
                <a:solidFill>
                  <a:srgbClr val="3B3835"/>
                </a:solidFill>
              </a:defRPr>
            </a:lvl8pPr>
            <a:lvl9pPr>
              <a:defRPr sz="2850" b="1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B3835"/>
                </a:solidFill>
              </a:defRPr>
            </a:pPr>
            <a:r>
              <a:rPr sz="2850" b="1">
                <a:solidFill>
                  <a:srgbClr val="3B3835"/>
                </a:solidFill>
              </a:rPr>
              <a:t>여기에 하고 싶은</a:t>
            </a:r>
          </a:p>
          <a:p xmlns:a="http://schemas.openxmlformats.org/drawingml/2006/main">
            <a:pPr>
              <a:defRPr sz="2850" b="1">
                <a:solidFill>
                  <a:srgbClr val="3B3835"/>
                </a:solidFill>
              </a:defRPr>
            </a:pPr>
            <a:r>
              <a:rPr sz="2850" b="1">
                <a:solidFill>
                  <a:srgbClr val="3B3835"/>
                </a:solidFill>
              </a:rPr>
              <a:t>이야기를 적어주세요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91289-0776-4AEE-95DF-04197273F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ed978a50b443a"/>
          <a:stretch xmlns:a="http://schemas.openxmlformats.org/drawingml/2006/main"/>
        </p:blipFill>
        <p:spPr>
          <a:xfrm xmlns:a="http://schemas.openxmlformats.org/drawingml/2006/main">
            <a:off x="7620000" y="2381250"/>
            <a:ext cx="41910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0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224D5-6BF6-4A1D-B0C5-6096C72AD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f9fea67714b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774EF-AA04-4293-BA43-C467358C3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a2e96e5684cf4"/>
          <a:stretch xmlns:a="http://schemas.openxmlformats.org/drawingml/2006/main"/>
        </p:blipFill>
        <p:spPr>
          <a:xfrm xmlns:a="http://schemas.openxmlformats.org/drawingml/2006/main">
            <a:off x="6191250" y="1047750"/>
            <a:ext cx="5429250" cy="5429250"/>
          </a:xfrm>
          <a:prstGeom xmlns:a="http://schemas.openxmlformats.org/drawingml/2006/main" prst="rect">
            <a:avLst/>
          </a:prstGeom>
        </p:spPr>
      </p:pic>
      <p:sp>
        <p:nvSpPr>
          <p:cNvPr id="4" name="발표 제목">
            <a:extLst xmlns:a="http://schemas.openxmlformats.org/drawingml/2006/main">
              <a:ext uri="{FF2B5EF4-FFF2-40B4-BE49-F238E27FC236}">
                <a16:creationId xmlns:a16="http://schemas.microsoft.com/office/drawing/2014/main" id="{1BC5C374-8996-4195-9304-D67FE9E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3B3835"/>
                </a:solidFill>
              </a:defRPr>
            </a:defPPr>
            <a:lvl1pPr>
              <a:defRPr sz="5100" b="1">
                <a:solidFill>
                  <a:srgbClr val="3B3835"/>
                </a:solidFill>
              </a:defRPr>
            </a:lvl1pPr>
            <a:lvl2pPr>
              <a:defRPr sz="5100" b="1">
                <a:solidFill>
                  <a:srgbClr val="3B3835"/>
                </a:solidFill>
              </a:defRPr>
            </a:lvl2pPr>
            <a:lvl3pPr>
              <a:defRPr sz="5100" b="1">
                <a:solidFill>
                  <a:srgbClr val="3B3835"/>
                </a:solidFill>
              </a:defRPr>
            </a:lvl3pPr>
            <a:lvl4pPr>
              <a:defRPr sz="5100" b="1">
                <a:solidFill>
                  <a:srgbClr val="3B3835"/>
                </a:solidFill>
              </a:defRPr>
            </a:lvl4pPr>
            <a:lvl5pPr>
              <a:defRPr sz="5100" b="1">
                <a:solidFill>
                  <a:srgbClr val="3B3835"/>
                </a:solidFill>
              </a:defRPr>
            </a:lvl5pPr>
            <a:lvl6pPr>
              <a:defRPr sz="5100" b="1">
                <a:solidFill>
                  <a:srgbClr val="3B3835"/>
                </a:solidFill>
              </a:defRPr>
            </a:lvl6pPr>
            <a:lvl7pPr>
              <a:defRPr sz="5100" b="1">
                <a:solidFill>
                  <a:srgbClr val="3B3835"/>
                </a:solidFill>
              </a:defRPr>
            </a:lvl7pPr>
            <a:lvl8pPr>
              <a:defRPr sz="5100" b="1">
                <a:solidFill>
                  <a:srgbClr val="3B3835"/>
                </a:solidFill>
              </a:defRPr>
            </a:lvl8pPr>
            <a:lvl9pPr>
              <a:defRPr sz="5100" b="1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3B3835"/>
                </a:solidFill>
              </a:defRPr>
            </a:pPr>
            <a:r>
              <a:rPr sz="5100" b="1">
                <a:solidFill>
                  <a:srgbClr val="3B3835"/>
                </a:solidFill>
              </a:rPr>
              <a:t>감사합니다</a:t>
            </a:r>
          </a:p>
        </p:txBody>
      </p:sp>
      <p:sp>
        <p:nvSpPr>
          <p:cNvPr id="5" name="부제">
            <a:extLst xmlns:a="http://schemas.openxmlformats.org/drawingml/2006/main">
              <a:ext uri="{FF2B5EF4-FFF2-40B4-BE49-F238E27FC236}">
                <a16:creationId xmlns:a16="http://schemas.microsoft.com/office/drawing/2014/main" id="{F74987FF-A07A-4205-B8B9-CD64163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16C66"/>
                </a:solidFill>
              </a:defRPr>
            </a:defPPr>
            <a:lvl1pPr>
              <a:defRPr sz="1725">
                <a:solidFill>
                  <a:srgbClr val="716C66"/>
                </a:solidFill>
              </a:defRPr>
            </a:lvl1pPr>
            <a:lvl2pPr>
              <a:defRPr sz="1725">
                <a:solidFill>
                  <a:srgbClr val="716C66"/>
                </a:solidFill>
              </a:defRPr>
            </a:lvl2pPr>
            <a:lvl3pPr>
              <a:defRPr sz="1725">
                <a:solidFill>
                  <a:srgbClr val="716C66"/>
                </a:solidFill>
              </a:defRPr>
            </a:lvl3pPr>
            <a:lvl4pPr>
              <a:defRPr sz="1725">
                <a:solidFill>
                  <a:srgbClr val="716C66"/>
                </a:solidFill>
              </a:defRPr>
            </a:lvl4pPr>
            <a:lvl5pPr>
              <a:defRPr sz="1725">
                <a:solidFill>
                  <a:srgbClr val="716C66"/>
                </a:solidFill>
              </a:defRPr>
            </a:lvl5pPr>
            <a:lvl6pPr>
              <a:defRPr sz="1725">
                <a:solidFill>
                  <a:srgbClr val="716C66"/>
                </a:solidFill>
              </a:defRPr>
            </a:lvl6pPr>
            <a:lvl7pPr>
              <a:defRPr sz="1725">
                <a:solidFill>
                  <a:srgbClr val="716C66"/>
                </a:solidFill>
              </a:defRPr>
            </a:lvl7pPr>
            <a:lvl8pPr>
              <a:defRPr sz="1725">
                <a:solidFill>
                  <a:srgbClr val="716C66"/>
                </a:solidFill>
              </a:defRPr>
            </a:lvl8pPr>
            <a:lvl9pPr>
              <a:defRPr sz="1725">
                <a:solidFill>
                  <a:srgbClr val="716C66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16C66"/>
                </a:solidFill>
              </a:defRPr>
            </a:pPr>
            <a:r>
              <a:rPr sz="1725">
                <a:solidFill>
                  <a:srgbClr val="716C66"/>
                </a:solidFill>
              </a:rPr>
              <a:t>궁금한 점을 함께 나눠요</a:t>
            </a:r>
          </a:p>
        </p:txBody>
      </p:sp>
      <p:sp>
        <p:nvSpPr>
          <p:cNvPr id="6" name="발표자">
            <a:extLst xmlns:a="http://schemas.openxmlformats.org/drawingml/2006/main">
              <a:ext uri="{FF2B5EF4-FFF2-40B4-BE49-F238E27FC236}">
                <a16:creationId xmlns:a16="http://schemas.microsoft.com/office/drawing/2014/main" id="{F0779EF4-4C42-4E46-906A-A98310B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716C66"/>
                </a:solidFill>
              </a:defRPr>
            </a:defPPr>
            <a:lvl1pPr>
              <a:defRPr sz="1425">
                <a:solidFill>
                  <a:srgbClr val="716C66"/>
                </a:solidFill>
              </a:defRPr>
            </a:lvl1pPr>
            <a:lvl2pPr>
              <a:defRPr sz="1425">
                <a:solidFill>
                  <a:srgbClr val="716C66"/>
                </a:solidFill>
              </a:defRPr>
            </a:lvl2pPr>
            <a:lvl3pPr>
              <a:defRPr sz="1425">
                <a:solidFill>
                  <a:srgbClr val="716C66"/>
                </a:solidFill>
              </a:defRPr>
            </a:lvl3pPr>
            <a:lvl4pPr>
              <a:defRPr sz="1425">
                <a:solidFill>
                  <a:srgbClr val="716C66"/>
                </a:solidFill>
              </a:defRPr>
            </a:lvl4pPr>
            <a:lvl5pPr>
              <a:defRPr sz="1425">
                <a:solidFill>
                  <a:srgbClr val="716C66"/>
                </a:solidFill>
              </a:defRPr>
            </a:lvl5pPr>
            <a:lvl6pPr>
              <a:defRPr sz="1425">
                <a:solidFill>
                  <a:srgbClr val="716C66"/>
                </a:solidFill>
              </a:defRPr>
            </a:lvl6pPr>
            <a:lvl7pPr>
              <a:defRPr sz="1425">
                <a:solidFill>
                  <a:srgbClr val="716C66"/>
                </a:solidFill>
              </a:defRPr>
            </a:lvl7pPr>
            <a:lvl8pPr>
              <a:defRPr sz="1425">
                <a:solidFill>
                  <a:srgbClr val="716C66"/>
                </a:solidFill>
              </a:defRPr>
            </a:lvl8pPr>
            <a:lvl9pPr>
              <a:defRPr sz="1425">
                <a:solidFill>
                  <a:srgbClr val="716C66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716C66"/>
                </a:solidFill>
              </a:defRPr>
            </a:pPr>
            <a:r>
              <a:rPr sz="1425">
                <a:solidFill>
                  <a:srgbClr val="716C66"/>
                </a:solidFill>
              </a:rPr>
              <a:t>발표자 이름</a:t>
            </a:r>
          </a:p>
        </p:txBody>
      </p:sp>
    </p:spTree>
    <p:extLst>
      <p:ext uri="{BB962C8B-B14F-4D97-AF65-F5344CB8AC3E}">
        <p14:creationId xmlns:p14="http://schemas.microsoft.com/office/powerpoint/2010/main" val="1403358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A4947-86DA-492C-9784-6E5942B8D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fd95b7268424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장 번호">
            <a:extLst xmlns:a="http://schemas.openxmlformats.org/drawingml/2006/main">
              <a:ext uri="{FF2B5EF4-FFF2-40B4-BE49-F238E27FC236}">
                <a16:creationId xmlns:a16="http://schemas.microsoft.com/office/drawing/2014/main" id="{EB187ADF-7BDB-4C8D-8806-185C2D9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A29788"/>
                </a:solidFill>
              </a:defRPr>
            </a:defPPr>
            <a:lvl1pPr>
              <a:defRPr sz="7800" b="1">
                <a:solidFill>
                  <a:srgbClr val="A29788"/>
                </a:solidFill>
              </a:defRPr>
            </a:lvl1pPr>
            <a:lvl2pPr>
              <a:defRPr sz="7800" b="1">
                <a:solidFill>
                  <a:srgbClr val="A29788"/>
                </a:solidFill>
              </a:defRPr>
            </a:lvl2pPr>
            <a:lvl3pPr>
              <a:defRPr sz="7800" b="1">
                <a:solidFill>
                  <a:srgbClr val="A29788"/>
                </a:solidFill>
              </a:defRPr>
            </a:lvl3pPr>
            <a:lvl4pPr>
              <a:defRPr sz="7800" b="1">
                <a:solidFill>
                  <a:srgbClr val="A29788"/>
                </a:solidFill>
              </a:defRPr>
            </a:lvl4pPr>
            <a:lvl5pPr>
              <a:defRPr sz="7800" b="1">
                <a:solidFill>
                  <a:srgbClr val="A29788"/>
                </a:solidFill>
              </a:defRPr>
            </a:lvl5pPr>
            <a:lvl6pPr>
              <a:defRPr sz="7800" b="1">
                <a:solidFill>
                  <a:srgbClr val="A29788"/>
                </a:solidFill>
              </a:defRPr>
            </a:lvl6pPr>
            <a:lvl7pPr>
              <a:defRPr sz="7800" b="1">
                <a:solidFill>
                  <a:srgbClr val="A29788"/>
                </a:solidFill>
              </a:defRPr>
            </a:lvl7pPr>
            <a:lvl8pPr>
              <a:defRPr sz="7800" b="1">
                <a:solidFill>
                  <a:srgbClr val="A29788"/>
                </a:solidFill>
              </a:defRPr>
            </a:lvl8pPr>
            <a:lvl9pPr>
              <a:defRPr sz="7800" b="1">
                <a:solidFill>
                  <a:srgbClr val="A29788"/>
                </a:solidFill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A29788"/>
                </a:solidFill>
              </a:defRPr>
            </a:pPr>
            <a:r>
              <a:rPr sz="7800" b="1">
                <a:solidFill>
                  <a:srgbClr val="A29788"/>
                </a:solidFill>
              </a:rPr>
              <a:t>01</a:t>
            </a:r>
          </a:p>
        </p:txBody>
      </p:sp>
      <p:sp>
        <p:nvSpPr>
          <p:cNvPr id="4" name="장 제목">
            <a:extLst xmlns:a="http://schemas.openxmlformats.org/drawingml/2006/main">
              <a:ext uri="{FF2B5EF4-FFF2-40B4-BE49-F238E27FC236}">
                <a16:creationId xmlns:a16="http://schemas.microsoft.com/office/drawing/2014/main" id="{4418D454-F6AE-4D2E-AAE4-92F497A0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3B3835"/>
                </a:solidFill>
              </a:defRPr>
            </a:defPPr>
            <a:lvl1pPr>
              <a:defRPr sz="4050" b="1">
                <a:solidFill>
                  <a:srgbClr val="3B3835"/>
                </a:solidFill>
              </a:defRPr>
            </a:lvl1pPr>
            <a:lvl2pPr>
              <a:defRPr sz="4050" b="1">
                <a:solidFill>
                  <a:srgbClr val="3B3835"/>
                </a:solidFill>
              </a:defRPr>
            </a:lvl2pPr>
            <a:lvl3pPr>
              <a:defRPr sz="4050" b="1">
                <a:solidFill>
                  <a:srgbClr val="3B3835"/>
                </a:solidFill>
              </a:defRPr>
            </a:lvl3pPr>
            <a:lvl4pPr>
              <a:defRPr sz="4050" b="1">
                <a:solidFill>
                  <a:srgbClr val="3B3835"/>
                </a:solidFill>
              </a:defRPr>
            </a:lvl4pPr>
            <a:lvl5pPr>
              <a:defRPr sz="4050" b="1">
                <a:solidFill>
                  <a:srgbClr val="3B3835"/>
                </a:solidFill>
              </a:defRPr>
            </a:lvl5pPr>
            <a:lvl6pPr>
              <a:defRPr sz="4050" b="1">
                <a:solidFill>
                  <a:srgbClr val="3B3835"/>
                </a:solidFill>
              </a:defRPr>
            </a:lvl6pPr>
            <a:lvl7pPr>
              <a:defRPr sz="4050" b="1">
                <a:solidFill>
                  <a:srgbClr val="3B3835"/>
                </a:solidFill>
              </a:defRPr>
            </a:lvl7pPr>
            <a:lvl8pPr>
              <a:defRPr sz="4050" b="1">
                <a:solidFill>
                  <a:srgbClr val="3B3835"/>
                </a:solidFill>
              </a:defRPr>
            </a:lvl8pPr>
            <a:lvl9pPr>
              <a:defRPr sz="4050" b="1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3B3835"/>
                </a:solidFill>
              </a:defRPr>
            </a:pPr>
            <a:r>
              <a:rPr sz="4050" b="1">
                <a:solidFill>
                  <a:srgbClr val="3B3835"/>
                </a:solidFill>
              </a:rPr>
              <a:t>챕터 제목을 입력하세요</a:t>
            </a:r>
          </a:p>
        </p:txBody>
      </p:sp>
      <p:sp>
        <p:nvSpPr>
          <p:cNvPr id="5" name="장 소개">
            <a:extLst xmlns:a="http://schemas.openxmlformats.org/drawingml/2006/main">
              <a:ext uri="{FF2B5EF4-FFF2-40B4-BE49-F238E27FC236}">
                <a16:creationId xmlns:a16="http://schemas.microsoft.com/office/drawing/2014/main" id="{54A02F47-EDBC-4DC1-955D-106A297D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16C66"/>
                </a:solidFill>
              </a:defRPr>
            </a:defPPr>
            <a:lvl1pPr>
              <a:defRPr sz="1875" b="0">
                <a:solidFill>
                  <a:srgbClr val="716C66"/>
                </a:solidFill>
              </a:defRPr>
            </a:lvl1pPr>
            <a:lvl2pPr>
              <a:defRPr sz="1875" b="0">
                <a:solidFill>
                  <a:srgbClr val="716C66"/>
                </a:solidFill>
              </a:defRPr>
            </a:lvl2pPr>
            <a:lvl3pPr>
              <a:defRPr sz="1875" b="0">
                <a:solidFill>
                  <a:srgbClr val="716C66"/>
                </a:solidFill>
              </a:defRPr>
            </a:lvl3pPr>
            <a:lvl4pPr>
              <a:defRPr sz="1875" b="0">
                <a:solidFill>
                  <a:srgbClr val="716C66"/>
                </a:solidFill>
              </a:defRPr>
            </a:lvl4pPr>
            <a:lvl5pPr>
              <a:defRPr sz="1875" b="0">
                <a:solidFill>
                  <a:srgbClr val="716C66"/>
                </a:solidFill>
              </a:defRPr>
            </a:lvl5pPr>
            <a:lvl6pPr>
              <a:defRPr sz="1875" b="0">
                <a:solidFill>
                  <a:srgbClr val="716C66"/>
                </a:solidFill>
              </a:defRPr>
            </a:lvl6pPr>
            <a:lvl7pPr>
              <a:defRPr sz="1875" b="0">
                <a:solidFill>
                  <a:srgbClr val="716C66"/>
                </a:solidFill>
              </a:defRPr>
            </a:lvl7pPr>
            <a:lvl8pPr>
              <a:defRPr sz="1875" b="0">
                <a:solidFill>
                  <a:srgbClr val="716C66"/>
                </a:solidFill>
              </a:defRPr>
            </a:lvl8pPr>
            <a:lvl9pPr>
              <a:defRPr sz="1875" b="0">
                <a:solidFill>
                  <a:srgbClr val="716C6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16C66"/>
                </a:solidFill>
              </a:defRPr>
            </a:pPr>
            <a:r>
              <a:rPr sz="1875" b="0">
                <a:solidFill>
                  <a:srgbClr val="716C66"/>
                </a:solidFill>
              </a:rPr>
              <a:t>이번 장에서 다룰 주제를 적어주세요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1EBCC-9927-4024-A422-36444D076E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75ef01b774ea2"/>
          <a:stretch xmlns:a="http://schemas.openxmlformats.org/drawingml/2006/main"/>
        </p:blipFill>
        <p:spPr>
          <a:xfrm xmlns:a="http://schemas.openxmlformats.org/drawingml/2006/main">
            <a:off x="8858250" y="4095750"/>
            <a:ext cx="2476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49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A4947-86DA-492C-9784-6E5942B8D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c197765a94f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장 번호">
            <a:extLst xmlns:a="http://schemas.openxmlformats.org/drawingml/2006/main">
              <a:ext uri="{FF2B5EF4-FFF2-40B4-BE49-F238E27FC236}">
                <a16:creationId xmlns:a16="http://schemas.microsoft.com/office/drawing/2014/main" id="{EB187ADF-7BDB-4C8D-8806-185C2D9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A29788"/>
                </a:solidFill>
              </a:defRPr>
            </a:defPPr>
            <a:lvl1pPr>
              <a:defRPr sz="7800" b="1">
                <a:solidFill>
                  <a:srgbClr val="A29788"/>
                </a:solidFill>
              </a:defRPr>
            </a:lvl1pPr>
            <a:lvl2pPr>
              <a:defRPr sz="7800" b="1">
                <a:solidFill>
                  <a:srgbClr val="A29788"/>
                </a:solidFill>
              </a:defRPr>
            </a:lvl2pPr>
            <a:lvl3pPr>
              <a:defRPr sz="7800" b="1">
                <a:solidFill>
                  <a:srgbClr val="A29788"/>
                </a:solidFill>
              </a:defRPr>
            </a:lvl3pPr>
            <a:lvl4pPr>
              <a:defRPr sz="7800" b="1">
                <a:solidFill>
                  <a:srgbClr val="A29788"/>
                </a:solidFill>
              </a:defRPr>
            </a:lvl4pPr>
            <a:lvl5pPr>
              <a:defRPr sz="7800" b="1">
                <a:solidFill>
                  <a:srgbClr val="A29788"/>
                </a:solidFill>
              </a:defRPr>
            </a:lvl5pPr>
            <a:lvl6pPr>
              <a:defRPr sz="7800" b="1">
                <a:solidFill>
                  <a:srgbClr val="A29788"/>
                </a:solidFill>
              </a:defRPr>
            </a:lvl6pPr>
            <a:lvl7pPr>
              <a:defRPr sz="7800" b="1">
                <a:solidFill>
                  <a:srgbClr val="A29788"/>
                </a:solidFill>
              </a:defRPr>
            </a:lvl7pPr>
            <a:lvl8pPr>
              <a:defRPr sz="7800" b="1">
                <a:solidFill>
                  <a:srgbClr val="A29788"/>
                </a:solidFill>
              </a:defRPr>
            </a:lvl8pPr>
            <a:lvl9pPr>
              <a:defRPr sz="7800" b="1">
                <a:solidFill>
                  <a:srgbClr val="A29788"/>
                </a:solidFill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A29788"/>
                </a:solidFill>
              </a:defRPr>
            </a:pPr>
            <a:r>
              <a:rPr sz="7800" b="1">
                <a:solidFill>
                  <a:srgbClr val="A29788"/>
                </a:solidFill>
              </a:rPr>
              <a:t>01</a:t>
            </a:r>
          </a:p>
        </p:txBody>
      </p:sp>
      <p:sp>
        <p:nvSpPr>
          <p:cNvPr id="4" name="장 제목">
            <a:extLst xmlns:a="http://schemas.openxmlformats.org/drawingml/2006/main">
              <a:ext uri="{FF2B5EF4-FFF2-40B4-BE49-F238E27FC236}">
                <a16:creationId xmlns:a16="http://schemas.microsoft.com/office/drawing/2014/main" id="{4418D454-F6AE-4D2E-AAE4-92F497A0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3B3835"/>
                </a:solidFill>
              </a:defRPr>
            </a:defPPr>
            <a:lvl1pPr>
              <a:defRPr sz="4050" b="1">
                <a:solidFill>
                  <a:srgbClr val="3B3835"/>
                </a:solidFill>
              </a:defRPr>
            </a:lvl1pPr>
            <a:lvl2pPr>
              <a:defRPr sz="4050" b="1">
                <a:solidFill>
                  <a:srgbClr val="3B3835"/>
                </a:solidFill>
              </a:defRPr>
            </a:lvl2pPr>
            <a:lvl3pPr>
              <a:defRPr sz="4050" b="1">
                <a:solidFill>
                  <a:srgbClr val="3B3835"/>
                </a:solidFill>
              </a:defRPr>
            </a:lvl3pPr>
            <a:lvl4pPr>
              <a:defRPr sz="4050" b="1">
                <a:solidFill>
                  <a:srgbClr val="3B3835"/>
                </a:solidFill>
              </a:defRPr>
            </a:lvl4pPr>
            <a:lvl5pPr>
              <a:defRPr sz="4050" b="1">
                <a:solidFill>
                  <a:srgbClr val="3B3835"/>
                </a:solidFill>
              </a:defRPr>
            </a:lvl5pPr>
            <a:lvl6pPr>
              <a:defRPr sz="4050" b="1">
                <a:solidFill>
                  <a:srgbClr val="3B3835"/>
                </a:solidFill>
              </a:defRPr>
            </a:lvl6pPr>
            <a:lvl7pPr>
              <a:defRPr sz="4050" b="1">
                <a:solidFill>
                  <a:srgbClr val="3B3835"/>
                </a:solidFill>
              </a:defRPr>
            </a:lvl7pPr>
            <a:lvl8pPr>
              <a:defRPr sz="4050" b="1">
                <a:solidFill>
                  <a:srgbClr val="3B3835"/>
                </a:solidFill>
              </a:defRPr>
            </a:lvl8pPr>
            <a:lvl9pPr>
              <a:defRPr sz="4050" b="1">
                <a:solidFill>
                  <a:srgbClr val="3B3835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3B3835"/>
                </a:solidFill>
              </a:defRPr>
            </a:pPr>
            <a:r>
              <a:rPr sz="4050" b="1">
                <a:solidFill>
                  <a:srgbClr val="3B3835"/>
                </a:solidFill>
              </a:rPr>
              <a:t>챕터 제목을 입력하세요</a:t>
            </a:r>
          </a:p>
        </p:txBody>
      </p:sp>
      <p:sp>
        <p:nvSpPr>
          <p:cNvPr id="5" name="장 소개">
            <a:extLst xmlns:a="http://schemas.openxmlformats.org/drawingml/2006/main">
              <a:ext uri="{FF2B5EF4-FFF2-40B4-BE49-F238E27FC236}">
                <a16:creationId xmlns:a16="http://schemas.microsoft.com/office/drawing/2014/main" id="{54A02F47-EDBC-4DC1-955D-106A297D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16C66"/>
                </a:solidFill>
              </a:defRPr>
            </a:defPPr>
            <a:lvl1pPr>
              <a:defRPr sz="1875" b="0">
                <a:solidFill>
                  <a:srgbClr val="716C66"/>
                </a:solidFill>
              </a:defRPr>
            </a:lvl1pPr>
            <a:lvl2pPr>
              <a:defRPr sz="1875" b="0">
                <a:solidFill>
                  <a:srgbClr val="716C66"/>
                </a:solidFill>
              </a:defRPr>
            </a:lvl2pPr>
            <a:lvl3pPr>
              <a:defRPr sz="1875" b="0">
                <a:solidFill>
                  <a:srgbClr val="716C66"/>
                </a:solidFill>
              </a:defRPr>
            </a:lvl3pPr>
            <a:lvl4pPr>
              <a:defRPr sz="1875" b="0">
                <a:solidFill>
                  <a:srgbClr val="716C66"/>
                </a:solidFill>
              </a:defRPr>
            </a:lvl4pPr>
            <a:lvl5pPr>
              <a:defRPr sz="1875" b="0">
                <a:solidFill>
                  <a:srgbClr val="716C66"/>
                </a:solidFill>
              </a:defRPr>
            </a:lvl5pPr>
            <a:lvl6pPr>
              <a:defRPr sz="1875" b="0">
                <a:solidFill>
                  <a:srgbClr val="716C66"/>
                </a:solidFill>
              </a:defRPr>
            </a:lvl6pPr>
            <a:lvl7pPr>
              <a:defRPr sz="1875" b="0">
                <a:solidFill>
                  <a:srgbClr val="716C66"/>
                </a:solidFill>
              </a:defRPr>
            </a:lvl7pPr>
            <a:lvl8pPr>
              <a:defRPr sz="1875" b="0">
                <a:solidFill>
                  <a:srgbClr val="716C66"/>
                </a:solidFill>
              </a:defRPr>
            </a:lvl8pPr>
            <a:lvl9pPr>
              <a:defRPr sz="1875" b="0">
                <a:solidFill>
                  <a:srgbClr val="716C6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16C66"/>
                </a:solidFill>
              </a:defRPr>
            </a:pPr>
            <a:r>
              <a:rPr sz="1875" b="0">
                <a:solidFill>
                  <a:srgbClr val="716C66"/>
                </a:solidFill>
              </a:rPr>
              <a:t>이번 장에서 다룰 주제를 적어주세요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BA5E-7805-4B31-A786-6E735D4BD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2e5b48a1d4fe3"/>
          <a:stretch xmlns:a="http://schemas.openxmlformats.org/drawingml/2006/main"/>
        </p:blipFill>
        <p:spPr>
          <a:xfrm xmlns:a="http://schemas.openxmlformats.org/drawingml/2006/main">
            <a:off x="7429500" y="533400"/>
            <a:ext cx="41910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49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2026-10-20T14:29:09.6060000Z</dcterms:created>
  <dcterms:modified xsi:type="dcterms:W3CDTF">2026-10-20T14:29:09.6060000Z</dcterms:modified>
</coreProperties>
</file>